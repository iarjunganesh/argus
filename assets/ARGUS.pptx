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46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735BE-66DA-4331-9093-F8B43EC5ECE2}" type="datetimeFigureOut">
              <a:rPr lang="en-SE" smtClean="0"/>
              <a:t>2026-06-10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10A42-B599-4159-8385-FF2F2BEDFABA}" type="slidenum">
              <a:rPr lang="en-SE" smtClean="0"/>
              <a:t>‹#›</a:t>
            </a:fld>
            <a:endParaRPr lang="en-S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193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735BE-66DA-4331-9093-F8B43EC5ECE2}" type="datetimeFigureOut">
              <a:rPr lang="en-SE" smtClean="0"/>
              <a:t>2026-06-10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10A42-B599-4159-8385-FF2F2BEDFABA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35055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735BE-66DA-4331-9093-F8B43EC5ECE2}" type="datetimeFigureOut">
              <a:rPr lang="en-SE" smtClean="0"/>
              <a:t>2026-06-10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10A42-B599-4159-8385-FF2F2BEDFABA}" type="slidenum">
              <a:rPr lang="en-SE" smtClean="0"/>
              <a:t>‹#›</a:t>
            </a:fld>
            <a:endParaRPr lang="en-S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5161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735BE-66DA-4331-9093-F8B43EC5ECE2}" type="datetimeFigureOut">
              <a:rPr lang="en-SE" smtClean="0"/>
              <a:t>2026-06-10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10A42-B599-4159-8385-FF2F2BEDFABA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08190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735BE-66DA-4331-9093-F8B43EC5ECE2}" type="datetimeFigureOut">
              <a:rPr lang="en-SE" smtClean="0"/>
              <a:t>2026-06-10</a:t>
            </a:fld>
            <a:endParaRPr lang="en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10A42-B599-4159-8385-FF2F2BEDFABA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95487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735BE-66DA-4331-9093-F8B43EC5ECE2}" type="datetimeFigureOut">
              <a:rPr lang="en-SE" smtClean="0"/>
              <a:t>2026-06-10</a:t>
            </a:fld>
            <a:endParaRPr lang="en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10A42-B599-4159-8385-FF2F2BEDFABA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801870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735BE-66DA-4331-9093-F8B43EC5ECE2}" type="datetimeFigureOut">
              <a:rPr lang="en-SE" smtClean="0"/>
              <a:t>2026-06-10</a:t>
            </a:fld>
            <a:endParaRPr lang="en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10A42-B599-4159-8385-FF2F2BEDFABA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14107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21735BE-66DA-4331-9093-F8B43EC5ECE2}" type="datetimeFigureOut">
              <a:rPr lang="en-SE" smtClean="0"/>
              <a:t>2026-06-10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510A42-B599-4159-8385-FF2F2BEDFABA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35297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735BE-66DA-4331-9093-F8B43EC5ECE2}" type="datetimeFigureOut">
              <a:rPr lang="en-SE" smtClean="0"/>
              <a:t>2026-06-10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10A42-B599-4159-8385-FF2F2BEDFABA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00751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735BE-66DA-4331-9093-F8B43EC5ECE2}" type="datetimeFigureOut">
              <a:rPr lang="en-SE" smtClean="0"/>
              <a:t>2026-06-10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10A42-B599-4159-8385-FF2F2BEDFABA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776891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735BE-66DA-4331-9093-F8B43EC5ECE2}" type="datetimeFigureOut">
              <a:rPr lang="en-SE" smtClean="0"/>
              <a:t>2026-06-10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10A42-B599-4159-8385-FF2F2BEDFABA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37601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21735BE-66DA-4331-9093-F8B43EC5ECE2}" type="datetimeFigureOut">
              <a:rPr lang="en-SE" smtClean="0"/>
              <a:t>2026-06-10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B510A42-B599-4159-8385-FF2F2BEDFABA}" type="slidenum">
              <a:rPr lang="en-SE" smtClean="0"/>
              <a:t>‹#›</a:t>
            </a:fld>
            <a:endParaRPr lang="en-S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1438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76D0D6F-B4EB-83AF-7CC1-2E49EE732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ARGUS</a:t>
            </a:r>
            <a:br>
              <a:rPr lang="en-US" sz="4000" b="1" dirty="0">
                <a:latin typeface="+mn-lt"/>
              </a:rPr>
            </a:br>
            <a:r>
              <a:rPr lang="en-GB" sz="4000" b="0" i="0" dirty="0">
                <a:solidFill>
                  <a:schemeClr val="tx1"/>
                </a:solidFill>
                <a:effectLst/>
                <a:latin typeface="+mn-lt"/>
              </a:rPr>
              <a:t>Agentic Risk &amp; Governance Unified Screening</a:t>
            </a:r>
            <a:endParaRPr lang="en-SE" sz="4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DB684F9-209E-198A-36A4-7198C04986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endParaRPr lang="en-GB" b="0" i="0" dirty="0">
              <a:solidFill>
                <a:srgbClr val="BBBEBF"/>
              </a:solidFill>
              <a:effectLst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GB" b="0" i="0" dirty="0">
              <a:solidFill>
                <a:srgbClr val="BBBEBF"/>
              </a:solidFill>
              <a:effectLst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b="1" i="0" dirty="0">
                <a:solidFill>
                  <a:schemeClr val="tx1"/>
                </a:solidFill>
                <a:effectLst/>
              </a:rPr>
              <a:t>Multi-Agent Compliance Intelligence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b="1" i="0" dirty="0">
                <a:solidFill>
                  <a:schemeClr val="tx1"/>
                </a:solidFill>
                <a:effectLst/>
              </a:rPr>
              <a:t>Microsoft Agents League 2026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b="1" i="0" dirty="0">
                <a:solidFill>
                  <a:schemeClr val="tx1"/>
                </a:solidFill>
                <a:effectLst/>
              </a:rPr>
              <a:t>Reasoning Agents Track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GB" b="1" i="0" dirty="0">
              <a:solidFill>
                <a:schemeClr val="tx1"/>
              </a:solidFill>
              <a:effectLst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095DC6D-57A4-61ED-DD55-798DC27CC34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199" y="1846263"/>
            <a:ext cx="4923203" cy="4022725"/>
          </a:xfrm>
        </p:spPr>
      </p:pic>
    </p:spTree>
    <p:extLst>
      <p:ext uri="{BB962C8B-B14F-4D97-AF65-F5344CB8AC3E}">
        <p14:creationId xmlns:p14="http://schemas.microsoft.com/office/powerpoint/2010/main" val="1482686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76D0D6F-B4EB-83AF-7CC1-2E49EE732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ARGUS</a:t>
            </a:r>
            <a:br>
              <a:rPr lang="en-US" sz="4000" b="1" dirty="0">
                <a:latin typeface="+mn-lt"/>
              </a:rPr>
            </a:br>
            <a:r>
              <a:rPr lang="en-GB" sz="4000" b="0" i="0" dirty="0">
                <a:solidFill>
                  <a:schemeClr val="tx1"/>
                </a:solidFill>
                <a:effectLst/>
                <a:latin typeface="+mn-lt"/>
              </a:rPr>
              <a:t>Agentic Risk &amp; Governance Unified Screening</a:t>
            </a:r>
            <a:endParaRPr lang="en-SE" sz="4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DB684F9-209E-198A-36A4-7198C04986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endParaRPr lang="en-GB" dirty="0">
              <a:solidFill>
                <a:srgbClr val="BBBEBF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en-GB" dirty="0">
              <a:solidFill>
                <a:srgbClr val="BBBEBF"/>
              </a:solidFill>
            </a:endParaRP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b="1" i="0" dirty="0">
                <a:solidFill>
                  <a:schemeClr val="tx1"/>
                </a:solidFill>
                <a:effectLst/>
              </a:rPr>
              <a:t>Built with Microsoft Foundry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b="1" i="0" dirty="0">
                <a:solidFill>
                  <a:schemeClr val="tx1"/>
                </a:solidFill>
                <a:effectLst/>
              </a:rPr>
              <a:t>Multi-Agent Compliance Intelligence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b="1" i="0" dirty="0">
                <a:solidFill>
                  <a:schemeClr val="tx1"/>
                </a:solidFill>
                <a:effectLst/>
              </a:rPr>
              <a:t>Reasoning Agents Track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GB" b="1" i="0" dirty="0">
              <a:solidFill>
                <a:schemeClr val="tx1"/>
              </a:solidFill>
              <a:effectLst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GB" b="1" i="0" dirty="0">
                <a:solidFill>
                  <a:schemeClr val="tx1"/>
                </a:solidFill>
                <a:effectLst/>
              </a:rPr>
              <a:t>THANK YOU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095DC6D-57A4-61ED-DD55-798DC27CC34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199" y="1846263"/>
            <a:ext cx="4923203" cy="4022725"/>
          </a:xfrm>
        </p:spPr>
      </p:pic>
    </p:spTree>
    <p:extLst>
      <p:ext uri="{BB962C8B-B14F-4D97-AF65-F5344CB8AC3E}">
        <p14:creationId xmlns:p14="http://schemas.microsoft.com/office/powerpoint/2010/main" val="247561293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CA72677B-2F8C-4192-8EBE-D360BE3B20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53</TotalTime>
  <Words>38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Calibri</vt:lpstr>
      <vt:lpstr>Calibri Light</vt:lpstr>
      <vt:lpstr>Wingdings</vt:lpstr>
      <vt:lpstr>Retrospect</vt:lpstr>
      <vt:lpstr>ARGUS Agentic Risk &amp; Governance Unified Screening</vt:lpstr>
      <vt:lpstr>ARGUS Agentic Risk &amp; Governance Unified Screening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Arjun Ganesh</dc:creator>
  <cp:lastModifiedBy>Arjun Ganesh</cp:lastModifiedBy>
  <cp:revision>12</cp:revision>
  <dcterms:created xsi:type="dcterms:W3CDTF">2026-06-10T19:04:40Z</dcterms:created>
  <dcterms:modified xsi:type="dcterms:W3CDTF">2026-06-10T21:08:50Z</dcterms:modified>
</cp:coreProperties>
</file>